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1, unicode: café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2, unicode: café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content for slide 3, unicode: café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